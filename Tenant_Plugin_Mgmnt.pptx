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9" r:id="rId9"/>
    <p:sldId id="270" r:id="rId10"/>
    <p:sldId id="271" r:id="rId11"/>
    <p:sldId id="272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4" r:id="rId22"/>
    <p:sldId id="283" r:id="rId23"/>
    <p:sldId id="285" r:id="rId24"/>
    <p:sldId id="286" r:id="rId25"/>
    <p:sldId id="287" r:id="rId26"/>
    <p:sldId id="288" r:id="rId27"/>
    <p:sldId id="289" r:id="rId28"/>
    <p:sldId id="29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AB01A4-5935-4CD5-832B-2257F15FB945}" v="1" dt="2026-09-24T12:31:42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kar Kulkarni" userId="5fef4321-f776-46a2-a45e-c5c660a5c4be" providerId="ADAL" clId="{A54A15D5-6ECC-4C37-8B96-47307CC80F65}"/>
    <pc:docChg chg="addSld delSld modSld">
      <pc:chgData name="Omkar Kulkarni" userId="5fef4321-f776-46a2-a45e-c5c660a5c4be" providerId="ADAL" clId="{A54A15D5-6ECC-4C37-8B96-47307CC80F65}" dt="2026-09-24T12:31:55.109" v="1147" actId="20577"/>
      <pc:docMkLst>
        <pc:docMk/>
      </pc:docMkLst>
      <pc:sldChg chg="modSp new mod">
        <pc:chgData name="Omkar Kulkarni" userId="5fef4321-f776-46a2-a45e-c5c660a5c4be" providerId="ADAL" clId="{A54A15D5-6ECC-4C37-8B96-47307CC80F65}" dt="2026-09-24T09:39:08.887" v="57" actId="1076"/>
        <pc:sldMkLst>
          <pc:docMk/>
          <pc:sldMk cId="2050570752" sldId="256"/>
        </pc:sldMkLst>
        <pc:spChg chg="mod">
          <ac:chgData name="Omkar Kulkarni" userId="5fef4321-f776-46a2-a45e-c5c660a5c4be" providerId="ADAL" clId="{A54A15D5-6ECC-4C37-8B96-47307CC80F65}" dt="2026-09-24T09:38:58.314" v="34" actId="20577"/>
          <ac:spMkLst>
            <pc:docMk/>
            <pc:sldMk cId="2050570752" sldId="256"/>
            <ac:spMk id="2" creationId="{FA38829F-9CA2-89CA-1030-453CE36FFBD0}"/>
          </ac:spMkLst>
        </pc:spChg>
        <pc:spChg chg="mod">
          <ac:chgData name="Omkar Kulkarni" userId="5fef4321-f776-46a2-a45e-c5c660a5c4be" providerId="ADAL" clId="{A54A15D5-6ECC-4C37-8B96-47307CC80F65}" dt="2026-09-24T09:39:08.887" v="57" actId="1076"/>
          <ac:spMkLst>
            <pc:docMk/>
            <pc:sldMk cId="2050570752" sldId="256"/>
            <ac:spMk id="3" creationId="{9AA49E0D-6A3A-0B68-972B-44690F746957}"/>
          </ac:spMkLst>
        </pc:spChg>
      </pc:sldChg>
      <pc:sldChg chg="addSp modSp new del mod">
        <pc:chgData name="Omkar Kulkarni" userId="5fef4321-f776-46a2-a45e-c5c660a5c4be" providerId="ADAL" clId="{A54A15D5-6ECC-4C37-8B96-47307CC80F65}" dt="2026-09-24T10:00:16.676" v="73" actId="47"/>
        <pc:sldMkLst>
          <pc:docMk/>
          <pc:sldMk cId="3244853820" sldId="257"/>
        </pc:sldMkLst>
        <pc:picChg chg="add mod">
          <ac:chgData name="Omkar Kulkarni" userId="5fef4321-f776-46a2-a45e-c5c660a5c4be" providerId="ADAL" clId="{A54A15D5-6ECC-4C37-8B96-47307CC80F65}" dt="2026-09-24T09:40:16.705" v="69" actId="931"/>
          <ac:picMkLst>
            <pc:docMk/>
            <pc:sldMk cId="3244853820" sldId="257"/>
            <ac:picMk id="3" creationId="{5D69F2E2-9386-5567-C4C9-240E81FF1B62}"/>
          </ac:picMkLst>
        </pc:picChg>
      </pc:sldChg>
      <pc:sldChg chg="addSp modSp new del mod">
        <pc:chgData name="Omkar Kulkarni" userId="5fef4321-f776-46a2-a45e-c5c660a5c4be" providerId="ADAL" clId="{A54A15D5-6ECC-4C37-8B96-47307CC80F65}" dt="2026-09-24T10:00:19.549" v="74" actId="47"/>
        <pc:sldMkLst>
          <pc:docMk/>
          <pc:sldMk cId="1279507234" sldId="258"/>
        </pc:sldMkLst>
        <pc:picChg chg="add mod">
          <ac:chgData name="Omkar Kulkarni" userId="5fef4321-f776-46a2-a45e-c5c660a5c4be" providerId="ADAL" clId="{A54A15D5-6ECC-4C37-8B96-47307CC80F65}" dt="2026-09-24T09:40:26.641" v="70" actId="931"/>
          <ac:picMkLst>
            <pc:docMk/>
            <pc:sldMk cId="1279507234" sldId="258"/>
            <ac:picMk id="3" creationId="{34247F99-F6FC-A6BC-7C8C-939A513DA4DD}"/>
          </ac:picMkLst>
        </pc:picChg>
      </pc:sldChg>
      <pc:sldChg chg="addSp modSp new del mod">
        <pc:chgData name="Omkar Kulkarni" userId="5fef4321-f776-46a2-a45e-c5c660a5c4be" providerId="ADAL" clId="{A54A15D5-6ECC-4C37-8B96-47307CC80F65}" dt="2026-09-24T10:00:20.912" v="75" actId="47"/>
        <pc:sldMkLst>
          <pc:docMk/>
          <pc:sldMk cId="2407042160" sldId="259"/>
        </pc:sldMkLst>
        <pc:picChg chg="add mod">
          <ac:chgData name="Omkar Kulkarni" userId="5fef4321-f776-46a2-a45e-c5c660a5c4be" providerId="ADAL" clId="{A54A15D5-6ECC-4C37-8B96-47307CC80F65}" dt="2026-09-24T09:48:07.454" v="71" actId="931"/>
          <ac:picMkLst>
            <pc:docMk/>
            <pc:sldMk cId="2407042160" sldId="259"/>
            <ac:picMk id="3" creationId="{52353F88-A555-0CE6-A30F-3F773A9A1E18}"/>
          </ac:picMkLst>
        </pc:picChg>
      </pc:sldChg>
      <pc:sldChg chg="addSp modSp new del mod">
        <pc:chgData name="Omkar Kulkarni" userId="5fef4321-f776-46a2-a45e-c5c660a5c4be" providerId="ADAL" clId="{A54A15D5-6ECC-4C37-8B96-47307CC80F65}" dt="2026-09-24T10:00:21.922" v="76" actId="47"/>
        <pc:sldMkLst>
          <pc:docMk/>
          <pc:sldMk cId="2342679064" sldId="260"/>
        </pc:sldMkLst>
        <pc:picChg chg="add mod">
          <ac:chgData name="Omkar Kulkarni" userId="5fef4321-f776-46a2-a45e-c5c660a5c4be" providerId="ADAL" clId="{A54A15D5-6ECC-4C37-8B96-47307CC80F65}" dt="2026-09-24T09:48:19.751" v="72" actId="931"/>
          <ac:picMkLst>
            <pc:docMk/>
            <pc:sldMk cId="2342679064" sldId="260"/>
            <ac:picMk id="3" creationId="{B7EE5544-BA51-D5D8-490F-1ABEF2FC3708}"/>
          </ac:picMkLst>
        </pc:picChg>
      </pc:sldChg>
      <pc:sldChg chg="addSp modSp new mod">
        <pc:chgData name="Omkar Kulkarni" userId="5fef4321-f776-46a2-a45e-c5c660a5c4be" providerId="ADAL" clId="{A54A15D5-6ECC-4C37-8B96-47307CC80F65}" dt="2026-09-24T10:00:31.267" v="77" actId="931"/>
        <pc:sldMkLst>
          <pc:docMk/>
          <pc:sldMk cId="1535969300" sldId="261"/>
        </pc:sldMkLst>
        <pc:picChg chg="add mod">
          <ac:chgData name="Omkar Kulkarni" userId="5fef4321-f776-46a2-a45e-c5c660a5c4be" providerId="ADAL" clId="{A54A15D5-6ECC-4C37-8B96-47307CC80F65}" dt="2026-09-24T10:00:31.267" v="77" actId="931"/>
          <ac:picMkLst>
            <pc:docMk/>
            <pc:sldMk cId="1535969300" sldId="261"/>
            <ac:picMk id="3" creationId="{98608DCD-06BA-B6DA-CCEB-42695A74E6CA}"/>
          </ac:picMkLst>
        </pc:picChg>
      </pc:sldChg>
      <pc:sldChg chg="addSp modSp new mod">
        <pc:chgData name="Omkar Kulkarni" userId="5fef4321-f776-46a2-a45e-c5c660a5c4be" providerId="ADAL" clId="{A54A15D5-6ECC-4C37-8B96-47307CC80F65}" dt="2026-09-24T10:00:40.329" v="78" actId="931"/>
        <pc:sldMkLst>
          <pc:docMk/>
          <pc:sldMk cId="989242786" sldId="262"/>
        </pc:sldMkLst>
        <pc:picChg chg="add mod">
          <ac:chgData name="Omkar Kulkarni" userId="5fef4321-f776-46a2-a45e-c5c660a5c4be" providerId="ADAL" clId="{A54A15D5-6ECC-4C37-8B96-47307CC80F65}" dt="2026-09-24T10:00:40.329" v="78" actId="931"/>
          <ac:picMkLst>
            <pc:docMk/>
            <pc:sldMk cId="989242786" sldId="262"/>
            <ac:picMk id="3" creationId="{9E4F5B0B-7495-0279-994E-C1604D2EDCBB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0:19:40.405" v="95" actId="20577"/>
        <pc:sldMkLst>
          <pc:docMk/>
          <pc:sldMk cId="253364302" sldId="263"/>
        </pc:sldMkLst>
        <pc:picChg chg="add">
          <ac:chgData name="Omkar Kulkarni" userId="5fef4321-f776-46a2-a45e-c5c660a5c4be" providerId="ADAL" clId="{A54A15D5-6ECC-4C37-8B96-47307CC80F65}" dt="2026-09-24T10:19:24.751" v="79" actId="22"/>
          <ac:picMkLst>
            <pc:docMk/>
            <pc:sldMk cId="253364302" sldId="263"/>
            <ac:picMk id="3" creationId="{6E6832CA-718F-CA82-341C-62B0F84993D2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0:24:27.462" v="168" actId="20577"/>
        <pc:sldMkLst>
          <pc:docMk/>
          <pc:sldMk cId="2686621216" sldId="264"/>
        </pc:sldMkLst>
        <pc:picChg chg="add">
          <ac:chgData name="Omkar Kulkarni" userId="5fef4321-f776-46a2-a45e-c5c660a5c4be" providerId="ADAL" clId="{A54A15D5-6ECC-4C37-8B96-47307CC80F65}" dt="2026-09-24T10:23:40.362" v="96" actId="22"/>
          <ac:picMkLst>
            <pc:docMk/>
            <pc:sldMk cId="2686621216" sldId="264"/>
            <ac:picMk id="3" creationId="{30F8267E-F694-2136-8547-FD10FA28E5C9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0:24:43.945" v="197" actId="20577"/>
        <pc:sldMkLst>
          <pc:docMk/>
          <pc:sldMk cId="3038556078" sldId="265"/>
        </pc:sldMkLst>
        <pc:picChg chg="add">
          <ac:chgData name="Omkar Kulkarni" userId="5fef4321-f776-46a2-a45e-c5c660a5c4be" providerId="ADAL" clId="{A54A15D5-6ECC-4C37-8B96-47307CC80F65}" dt="2026-09-24T10:24:04.338" v="97" actId="22"/>
          <ac:picMkLst>
            <pc:docMk/>
            <pc:sldMk cId="3038556078" sldId="265"/>
            <ac:picMk id="3" creationId="{C0458073-F294-95C8-EFD2-D25C2E73C891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0:27:30.443" v="265" actId="20577"/>
        <pc:sldMkLst>
          <pc:docMk/>
          <pc:sldMk cId="1968640902" sldId="266"/>
        </pc:sldMkLst>
        <pc:picChg chg="add">
          <ac:chgData name="Omkar Kulkarni" userId="5fef4321-f776-46a2-a45e-c5c660a5c4be" providerId="ADAL" clId="{A54A15D5-6ECC-4C37-8B96-47307CC80F65}" dt="2026-09-24T10:26:43.883" v="198" actId="22"/>
          <ac:picMkLst>
            <pc:docMk/>
            <pc:sldMk cId="1968640902" sldId="266"/>
            <ac:picMk id="3" creationId="{FB832C40-C1FB-4A44-953B-FA17C3C90A8E}"/>
          </ac:picMkLst>
        </pc:picChg>
      </pc:sldChg>
      <pc:sldChg chg="addSp new del mod">
        <pc:chgData name="Omkar Kulkarni" userId="5fef4321-f776-46a2-a45e-c5c660a5c4be" providerId="ADAL" clId="{A54A15D5-6ECC-4C37-8B96-47307CC80F65}" dt="2026-09-24T11:12:32.785" v="269" actId="47"/>
        <pc:sldMkLst>
          <pc:docMk/>
          <pc:sldMk cId="4291074427" sldId="267"/>
        </pc:sldMkLst>
        <pc:picChg chg="add">
          <ac:chgData name="Omkar Kulkarni" userId="5fef4321-f776-46a2-a45e-c5c660a5c4be" providerId="ADAL" clId="{A54A15D5-6ECC-4C37-8B96-47307CC80F65}" dt="2026-09-24T10:31:17.183" v="266" actId="22"/>
          <ac:picMkLst>
            <pc:docMk/>
            <pc:sldMk cId="4291074427" sldId="267"/>
            <ac:picMk id="3" creationId="{B44EC3B0-D865-77F4-737D-532C0DA252BF}"/>
          </ac:picMkLst>
        </pc:picChg>
      </pc:sldChg>
      <pc:sldChg chg="addSp new del mod">
        <pc:chgData name="Omkar Kulkarni" userId="5fef4321-f776-46a2-a45e-c5c660a5c4be" providerId="ADAL" clId="{A54A15D5-6ECC-4C37-8B96-47307CC80F65}" dt="2026-09-24T11:12:29.468" v="268" actId="47"/>
        <pc:sldMkLst>
          <pc:docMk/>
          <pc:sldMk cId="3390264526" sldId="268"/>
        </pc:sldMkLst>
        <pc:picChg chg="add">
          <ac:chgData name="Omkar Kulkarni" userId="5fef4321-f776-46a2-a45e-c5c660a5c4be" providerId="ADAL" clId="{A54A15D5-6ECC-4C37-8B96-47307CC80F65}" dt="2026-09-24T11:12:10.719" v="267" actId="22"/>
          <ac:picMkLst>
            <pc:docMk/>
            <pc:sldMk cId="3390264526" sldId="268"/>
            <ac:picMk id="3" creationId="{DC2E2577-3B63-D649-9B3E-0E5717A8EA97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13:39.984" v="319" actId="20577"/>
        <pc:sldMkLst>
          <pc:docMk/>
          <pc:sldMk cId="2056279041" sldId="269"/>
        </pc:sldMkLst>
        <pc:picChg chg="add">
          <ac:chgData name="Omkar Kulkarni" userId="5fef4321-f776-46a2-a45e-c5c660a5c4be" providerId="ADAL" clId="{A54A15D5-6ECC-4C37-8B96-47307CC80F65}" dt="2026-09-24T11:12:52.559" v="270" actId="22"/>
          <ac:picMkLst>
            <pc:docMk/>
            <pc:sldMk cId="2056279041" sldId="269"/>
            <ac:picMk id="3" creationId="{BBA82EBF-E618-CE03-2F3A-4D91B3466E1E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13:49.008" v="346" actId="20577"/>
        <pc:sldMkLst>
          <pc:docMk/>
          <pc:sldMk cId="3603742353" sldId="270"/>
        </pc:sldMkLst>
        <pc:picChg chg="add">
          <ac:chgData name="Omkar Kulkarni" userId="5fef4321-f776-46a2-a45e-c5c660a5c4be" providerId="ADAL" clId="{A54A15D5-6ECC-4C37-8B96-47307CC80F65}" dt="2026-09-24T11:13:06.130" v="271" actId="22"/>
          <ac:picMkLst>
            <pc:docMk/>
            <pc:sldMk cId="3603742353" sldId="270"/>
            <ac:picMk id="3" creationId="{49A9D9C8-2FAF-155E-D072-8F4813BCAC28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28:03.634" v="380" actId="20577"/>
        <pc:sldMkLst>
          <pc:docMk/>
          <pc:sldMk cId="1477930098" sldId="271"/>
        </pc:sldMkLst>
        <pc:picChg chg="add">
          <ac:chgData name="Omkar Kulkarni" userId="5fef4321-f776-46a2-a45e-c5c660a5c4be" providerId="ADAL" clId="{A54A15D5-6ECC-4C37-8B96-47307CC80F65}" dt="2026-09-24T11:16:37.626" v="347" actId="22"/>
          <ac:picMkLst>
            <pc:docMk/>
            <pc:sldMk cId="1477930098" sldId="271"/>
            <ac:picMk id="3" creationId="{5BED7DAC-D903-3D21-E865-8B3EAA1839D4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29:03.811" v="448" actId="20577"/>
        <pc:sldMkLst>
          <pc:docMk/>
          <pc:sldMk cId="3457157534" sldId="272"/>
        </pc:sldMkLst>
        <pc:picChg chg="add">
          <ac:chgData name="Omkar Kulkarni" userId="5fef4321-f776-46a2-a45e-c5c660a5c4be" providerId="ADAL" clId="{A54A15D5-6ECC-4C37-8B96-47307CC80F65}" dt="2026-09-24T11:28:32.562" v="381" actId="22"/>
          <ac:picMkLst>
            <pc:docMk/>
            <pc:sldMk cId="3457157534" sldId="272"/>
            <ac:picMk id="3" creationId="{80BCD5C9-220A-E07E-FC5A-C49FFD48A4E7}"/>
          </ac:picMkLst>
        </pc:picChg>
      </pc:sldChg>
      <pc:sldChg chg="addSp new del mod modNotesTx">
        <pc:chgData name="Omkar Kulkarni" userId="5fef4321-f776-46a2-a45e-c5c660a5c4be" providerId="ADAL" clId="{A54A15D5-6ECC-4C37-8B96-47307CC80F65}" dt="2026-09-24T11:31:27.142" v="460" actId="47"/>
        <pc:sldMkLst>
          <pc:docMk/>
          <pc:sldMk cId="2039275926" sldId="273"/>
        </pc:sldMkLst>
        <pc:picChg chg="add">
          <ac:chgData name="Omkar Kulkarni" userId="5fef4321-f776-46a2-a45e-c5c660a5c4be" providerId="ADAL" clId="{A54A15D5-6ECC-4C37-8B96-47307CC80F65}" dt="2026-09-24T11:30:47.879" v="451" actId="22"/>
          <ac:picMkLst>
            <pc:docMk/>
            <pc:sldMk cId="2039275926" sldId="273"/>
            <ac:picMk id="3" creationId="{7D0821EB-FF8D-379C-0C7E-F3C348ABE9C6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32:22.633" v="498" actId="20577"/>
        <pc:sldMkLst>
          <pc:docMk/>
          <pc:sldMk cId="4000304681" sldId="274"/>
        </pc:sldMkLst>
        <pc:picChg chg="add">
          <ac:chgData name="Omkar Kulkarni" userId="5fef4321-f776-46a2-a45e-c5c660a5c4be" providerId="ADAL" clId="{A54A15D5-6ECC-4C37-8B96-47307CC80F65}" dt="2026-09-24T11:32:00.950" v="461" actId="22"/>
          <ac:picMkLst>
            <pc:docMk/>
            <pc:sldMk cId="4000304681" sldId="274"/>
            <ac:picMk id="3" creationId="{F13DDC13-640D-0D7C-5DED-C331271387B0}"/>
          </ac:picMkLst>
        </pc:picChg>
      </pc:sldChg>
      <pc:sldChg chg="addSp new del mod">
        <pc:chgData name="Omkar Kulkarni" userId="5fef4321-f776-46a2-a45e-c5c660a5c4be" providerId="ADAL" clId="{A54A15D5-6ECC-4C37-8B96-47307CC80F65}" dt="2026-09-24T11:38:05.951" v="500" actId="47"/>
        <pc:sldMkLst>
          <pc:docMk/>
          <pc:sldMk cId="1202129119" sldId="275"/>
        </pc:sldMkLst>
        <pc:picChg chg="add">
          <ac:chgData name="Omkar Kulkarni" userId="5fef4321-f776-46a2-a45e-c5c660a5c4be" providerId="ADAL" clId="{A54A15D5-6ECC-4C37-8B96-47307CC80F65}" dt="2026-09-24T11:33:25.540" v="499" actId="22"/>
          <ac:picMkLst>
            <pc:docMk/>
            <pc:sldMk cId="1202129119" sldId="275"/>
            <ac:picMk id="3" creationId="{4027E55D-4E6E-921F-E287-96ADF1D99516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38:58.106" v="581" actId="20577"/>
        <pc:sldMkLst>
          <pc:docMk/>
          <pc:sldMk cId="1749487488" sldId="275"/>
        </pc:sldMkLst>
        <pc:picChg chg="add">
          <ac:chgData name="Omkar Kulkarni" userId="5fef4321-f776-46a2-a45e-c5c660a5c4be" providerId="ADAL" clId="{A54A15D5-6ECC-4C37-8B96-47307CC80F65}" dt="2026-09-24T11:38:27.181" v="504" actId="22"/>
          <ac:picMkLst>
            <pc:docMk/>
            <pc:sldMk cId="1749487488" sldId="275"/>
            <ac:picMk id="3" creationId="{5019EAEF-27D8-938E-B65D-BA8AB49A7878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41:17.894" v="635" actId="20577"/>
        <pc:sldMkLst>
          <pc:docMk/>
          <pc:sldMk cId="2900811594" sldId="276"/>
        </pc:sldMkLst>
        <pc:picChg chg="add">
          <ac:chgData name="Omkar Kulkarni" userId="5fef4321-f776-46a2-a45e-c5c660a5c4be" providerId="ADAL" clId="{A54A15D5-6ECC-4C37-8B96-47307CC80F65}" dt="2026-09-24T11:40:59.273" v="582" actId="22"/>
          <ac:picMkLst>
            <pc:docMk/>
            <pc:sldMk cId="2900811594" sldId="276"/>
            <ac:picMk id="3" creationId="{0CF85A10-272D-0255-4982-4DB9082E1C83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42:23.454" v="680" actId="20577"/>
        <pc:sldMkLst>
          <pc:docMk/>
          <pc:sldMk cId="1856776973" sldId="277"/>
        </pc:sldMkLst>
        <pc:picChg chg="add">
          <ac:chgData name="Omkar Kulkarni" userId="5fef4321-f776-46a2-a45e-c5c660a5c4be" providerId="ADAL" clId="{A54A15D5-6ECC-4C37-8B96-47307CC80F65}" dt="2026-09-24T11:42:09.217" v="636" actId="22"/>
          <ac:picMkLst>
            <pc:docMk/>
            <pc:sldMk cId="1856776973" sldId="277"/>
            <ac:picMk id="3" creationId="{9E3EF55F-8035-63C5-62C7-E9990C47571A}"/>
          </ac:picMkLst>
        </pc:picChg>
      </pc:sldChg>
      <pc:sldChg chg="addSp new mod">
        <pc:chgData name="Omkar Kulkarni" userId="5fef4321-f776-46a2-a45e-c5c660a5c4be" providerId="ADAL" clId="{A54A15D5-6ECC-4C37-8B96-47307CC80F65}" dt="2026-09-24T11:43:17.505" v="686" actId="22"/>
        <pc:sldMkLst>
          <pc:docMk/>
          <pc:sldMk cId="3066238319" sldId="278"/>
        </pc:sldMkLst>
        <pc:picChg chg="add">
          <ac:chgData name="Omkar Kulkarni" userId="5fef4321-f776-46a2-a45e-c5c660a5c4be" providerId="ADAL" clId="{A54A15D5-6ECC-4C37-8B96-47307CC80F65}" dt="2026-09-24T11:43:17.505" v="686" actId="22"/>
          <ac:picMkLst>
            <pc:docMk/>
            <pc:sldMk cId="3066238319" sldId="278"/>
            <ac:picMk id="3" creationId="{AC50D124-E3B0-6595-0E70-E64758E88C34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45:35.410" v="717" actId="20577"/>
        <pc:sldMkLst>
          <pc:docMk/>
          <pc:sldMk cId="3084697482" sldId="279"/>
        </pc:sldMkLst>
        <pc:picChg chg="add">
          <ac:chgData name="Omkar Kulkarni" userId="5fef4321-f776-46a2-a45e-c5c660a5c4be" providerId="ADAL" clId="{A54A15D5-6ECC-4C37-8B96-47307CC80F65}" dt="2026-09-24T11:45:24.067" v="687" actId="22"/>
          <ac:picMkLst>
            <pc:docMk/>
            <pc:sldMk cId="3084697482" sldId="279"/>
            <ac:picMk id="3" creationId="{1C94101F-220F-AEF0-5FFF-98ECB1B89533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47:00.313" v="765" actId="20577"/>
        <pc:sldMkLst>
          <pc:docMk/>
          <pc:sldMk cId="2492503862" sldId="280"/>
        </pc:sldMkLst>
        <pc:picChg chg="add">
          <ac:chgData name="Omkar Kulkarni" userId="5fef4321-f776-46a2-a45e-c5c660a5c4be" providerId="ADAL" clId="{A54A15D5-6ECC-4C37-8B96-47307CC80F65}" dt="2026-09-24T11:46:09.376" v="718" actId="22"/>
          <ac:picMkLst>
            <pc:docMk/>
            <pc:sldMk cId="2492503862" sldId="280"/>
            <ac:picMk id="3" creationId="{4BFC7ADB-9594-5B84-D697-6092551CE7C2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48:43.311" v="823" actId="20577"/>
        <pc:sldMkLst>
          <pc:docMk/>
          <pc:sldMk cId="847914943" sldId="281"/>
        </pc:sldMkLst>
        <pc:picChg chg="add">
          <ac:chgData name="Omkar Kulkarni" userId="5fef4321-f776-46a2-a45e-c5c660a5c4be" providerId="ADAL" clId="{A54A15D5-6ECC-4C37-8B96-47307CC80F65}" dt="2026-09-24T11:48:22.124" v="766" actId="22"/>
          <ac:picMkLst>
            <pc:docMk/>
            <pc:sldMk cId="847914943" sldId="281"/>
            <ac:picMk id="3" creationId="{6EB7E89C-13E0-D9ED-6024-31C2796FED87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52:56.030" v="898" actId="20577"/>
        <pc:sldMkLst>
          <pc:docMk/>
          <pc:sldMk cId="1435505060" sldId="282"/>
        </pc:sldMkLst>
        <pc:picChg chg="add">
          <ac:chgData name="Omkar Kulkarni" userId="5fef4321-f776-46a2-a45e-c5c660a5c4be" providerId="ADAL" clId="{A54A15D5-6ECC-4C37-8B96-47307CC80F65}" dt="2026-09-24T11:52:27.841" v="826" actId="22"/>
          <ac:picMkLst>
            <pc:docMk/>
            <pc:sldMk cId="1435505060" sldId="282"/>
            <ac:picMk id="3" creationId="{2AA93887-E064-2199-4A1F-D8232EAC682B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2:27:14.272" v="1004" actId="20577"/>
        <pc:sldMkLst>
          <pc:docMk/>
          <pc:sldMk cId="3786672084" sldId="283"/>
        </pc:sldMkLst>
        <pc:picChg chg="add">
          <ac:chgData name="Omkar Kulkarni" userId="5fef4321-f776-46a2-a45e-c5c660a5c4be" providerId="ADAL" clId="{A54A15D5-6ECC-4C37-8B96-47307CC80F65}" dt="2026-09-24T12:27:01.099" v="960" actId="22"/>
          <ac:picMkLst>
            <pc:docMk/>
            <pc:sldMk cId="3786672084" sldId="283"/>
            <ac:picMk id="3" creationId="{87D5FECD-BA08-247C-0C3D-8D71DDF98AE6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1:54:19.429" v="959" actId="20577"/>
        <pc:sldMkLst>
          <pc:docMk/>
          <pc:sldMk cId="774941599" sldId="284"/>
        </pc:sldMkLst>
        <pc:picChg chg="add">
          <ac:chgData name="Omkar Kulkarni" userId="5fef4321-f776-46a2-a45e-c5c660a5c4be" providerId="ADAL" clId="{A54A15D5-6ECC-4C37-8B96-47307CC80F65}" dt="2026-09-24T11:53:58.869" v="899" actId="22"/>
          <ac:picMkLst>
            <pc:docMk/>
            <pc:sldMk cId="774941599" sldId="284"/>
            <ac:picMk id="3" creationId="{55320759-6ACA-7EE4-E97B-2327F0BA9117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2:28:12.682" v="1061" actId="20577"/>
        <pc:sldMkLst>
          <pc:docMk/>
          <pc:sldMk cId="2318342287" sldId="285"/>
        </pc:sldMkLst>
        <pc:picChg chg="add">
          <ac:chgData name="Omkar Kulkarni" userId="5fef4321-f776-46a2-a45e-c5c660a5c4be" providerId="ADAL" clId="{A54A15D5-6ECC-4C37-8B96-47307CC80F65}" dt="2026-09-24T12:27:59.710" v="1011" actId="22"/>
          <ac:picMkLst>
            <pc:docMk/>
            <pc:sldMk cId="2318342287" sldId="285"/>
            <ac:picMk id="3" creationId="{FF2856A1-5A15-9FD5-6D3A-CD92CFD96E6C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2:31:36.669" v="1124" actId="20577"/>
        <pc:sldMkLst>
          <pc:docMk/>
          <pc:sldMk cId="3280283390" sldId="286"/>
        </pc:sldMkLst>
        <pc:picChg chg="add">
          <ac:chgData name="Omkar Kulkarni" userId="5fef4321-f776-46a2-a45e-c5c660a5c4be" providerId="ADAL" clId="{A54A15D5-6ECC-4C37-8B96-47307CC80F65}" dt="2026-09-24T12:30:56.934" v="1062" actId="22"/>
          <ac:picMkLst>
            <pc:docMk/>
            <pc:sldMk cId="3280283390" sldId="286"/>
            <ac:picMk id="3" creationId="{83B505B8-5B7E-0A6E-4B2F-D70D7C535406}"/>
          </ac:picMkLst>
        </pc:picChg>
      </pc:sldChg>
      <pc:sldChg chg="addSp new mod modNotesTx">
        <pc:chgData name="Omkar Kulkarni" userId="5fef4321-f776-46a2-a45e-c5c660a5c4be" providerId="ADAL" clId="{A54A15D5-6ECC-4C37-8B96-47307CC80F65}" dt="2026-09-24T12:31:55.109" v="1147" actId="20577"/>
        <pc:sldMkLst>
          <pc:docMk/>
          <pc:sldMk cId="2487426009" sldId="287"/>
        </pc:sldMkLst>
        <pc:picChg chg="add">
          <ac:chgData name="Omkar Kulkarni" userId="5fef4321-f776-46a2-a45e-c5c660a5c4be" providerId="ADAL" clId="{A54A15D5-6ECC-4C37-8B96-47307CC80F65}" dt="2026-09-24T12:31:18.350" v="1063" actId="22"/>
          <ac:picMkLst>
            <pc:docMk/>
            <pc:sldMk cId="2487426009" sldId="287"/>
            <ac:picMk id="3" creationId="{C14F533F-960F-1DBD-6C0B-7C17970EEC31}"/>
          </ac:picMkLst>
        </pc:picChg>
      </pc:sldChg>
      <pc:sldChg chg="new">
        <pc:chgData name="Omkar Kulkarni" userId="5fef4321-f776-46a2-a45e-c5c660a5c4be" providerId="ADAL" clId="{A54A15D5-6ECC-4C37-8B96-47307CC80F65}" dt="2026-09-24T12:27:25.372" v="1008" actId="680"/>
        <pc:sldMkLst>
          <pc:docMk/>
          <pc:sldMk cId="1689801194" sldId="288"/>
        </pc:sldMkLst>
      </pc:sldChg>
      <pc:sldChg chg="new">
        <pc:chgData name="Omkar Kulkarni" userId="5fef4321-f776-46a2-a45e-c5c660a5c4be" providerId="ADAL" clId="{A54A15D5-6ECC-4C37-8B96-47307CC80F65}" dt="2026-09-24T12:27:26.501" v="1009" actId="680"/>
        <pc:sldMkLst>
          <pc:docMk/>
          <pc:sldMk cId="2653585551" sldId="289"/>
        </pc:sldMkLst>
      </pc:sldChg>
      <pc:sldChg chg="new">
        <pc:chgData name="Omkar Kulkarni" userId="5fef4321-f776-46a2-a45e-c5c660a5c4be" providerId="ADAL" clId="{A54A15D5-6ECC-4C37-8B96-47307CC80F65}" dt="2026-09-24T12:27:27.563" v="1010" actId="680"/>
        <pc:sldMkLst>
          <pc:docMk/>
          <pc:sldMk cId="570262688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04BCF-F1EA-40B8-998C-40BA23D4167A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3CE42-7A5B-441F-9FF0-C039624DD1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1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Tenant1 Primary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983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Tenant2 specific version which is primary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636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Tenant3 lower version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739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Tenant1 primary jar </a:t>
            </a:r>
            <a:r>
              <a:rPr lang="en-US" dirty="0" err="1"/>
              <a:t>psplugins</a:t>
            </a:r>
            <a:r>
              <a:rPr lang="en-US" dirty="0"/>
              <a:t> process studio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106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Tenant2 specific version which is primary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774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Tenant3 lower version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028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Tenant1 Agent Primary Jar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961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Tenant2 Agent Specific version jar which is primary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174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Tenant3 Agent which is lower version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750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Uploaded higher version &amp; set as primary &amp; assigned it to new tenants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924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Tenant1 primary jar updated to higher version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026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Tenant2 jar not updated to primary version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553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Tenant1 Agent which is primary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500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Tenant2 jar did not change to primary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913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Tenant3 jar of older version remains same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07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Tenant2 updated to higher version (Tenant to Plugin)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008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Tenant3 Assigned Higher version (Plugin to Tenant)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4648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Tenant2 Agent upgraded to higher version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727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Tenant2 upgraded to higher version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7694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Tenant3 upgraded to higher version Process studio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0321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Tenant3 Agent upgraded </a:t>
            </a:r>
            <a:r>
              <a:rPr lang="en-US" dirty="0"/>
              <a:t>to higher version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3CE42-7A5B-441F-9FF0-C039624DD11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47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0ADE-78A0-A4AE-A490-D21A30F3E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EA4869-BC90-1A83-A1F3-BB7A03B32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B47D-FB6D-4D21-9446-34129F75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4CBE5-F486-B8B5-0D8C-02992899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D5BB7-EE64-75B7-A070-3F1B02B5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55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EA6F-DA62-F026-FBBD-85348BCF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85B3E-D1EA-1522-7E3F-5E38C96A1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B8C27-939C-8114-A37A-B3B08C674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524DF-3E76-53DF-ED57-A58C76C0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E791D-A02A-E9A5-AAD4-D03EB25EF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491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2ED7-2B1A-D827-3C91-3AE76E88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BA175-8716-8537-EE9D-7CAEF6D75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A7FD8-6910-A552-7329-B50078749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E4F07-601F-0E12-0096-12179095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DC41E-C02D-C43F-56E7-CB686FC46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93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439E3-758E-6AFA-474A-8A7421863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2E38B-B490-D1FD-B0A4-25B3ABAD58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B94CE4-BD09-451F-03A2-213D1C10B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90F57-9944-F9D4-7E31-99CF9AEE6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05B0C-27E1-77AA-A21B-50485ED3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CA112-4C69-AD2E-D33A-5B3A26386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11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03C6-6083-D929-0DD8-80B5F958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AE044-CC36-B068-3206-5AC9D241C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03387-E596-F062-8C11-398269CB1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F18B60-922F-B961-B733-CA87DEF74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AF634-FB36-B7CF-7CC1-714443A74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692DA-83FC-049C-C4B1-D0B66322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FB2D4D-3698-2618-8740-CE6D11CC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D8EB9B-9F71-5381-9DB6-593EB492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7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859E-09BA-0986-6D6C-3BE2D0DF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3FC8EB-9D74-C71B-F43C-CC9B208D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F5CC8-819A-B0BF-CBA7-7F5C4AF88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B4EF0-75C4-60B1-BA80-2D9704EF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390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89595-408B-47D1-85EA-AFB585228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0E726-5CAB-E769-1BC5-22CE24A9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6B293-5FAF-AB25-E5D3-94A5A9D0C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413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EF353-017E-0897-5FE2-FB8A7CB3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5086F-023B-EB45-2BD3-8F2031F73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14895-3D33-B432-4404-2A8E60EF7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C9BC0-0A2D-8854-9A22-2DA431A5F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2ACFA-6312-9176-3F18-A7A0EC64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8A615-21CA-456F-327F-0B876E24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278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F5C6-CE59-FB40-E588-71EDFCEC7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DB5D6A-06DB-5609-7D37-FC913335F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52226-6F1F-C691-EED2-83CCAF89C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A85CE-F7B1-8513-8480-090925112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1CC34-79AE-6B36-73EA-A36778F4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C8650-9994-88A6-5837-7A036BFED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20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60F8E-B0DC-9F4E-0AFF-F4C1C2A3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E8A67-F19A-5AD7-9CDE-1DEAD29AA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4265A-25BD-1ADA-205C-88C763F84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D68CE-81B3-95DD-5250-BEE07C2A8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90150-68C4-7B95-8FCB-98FAE152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290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8F245F-7C9B-25D8-262E-FCDD261F7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17D88-609B-1B05-3BD7-476C0738B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D529-66C2-85B4-62DB-20FC12E17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1C458-BA0E-00A1-1F08-C09946E5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77A8A-4971-5A85-847B-560F3840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6998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24CFCA-DD2B-5EC2-1BE0-31822420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3CEF2-5A57-851C-3F45-CF534EC98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9D28E-8182-9DE3-8E98-AC95CDAF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AE50A-2E70-4AEC-BAE0-3E574FB67D36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BDF29-A971-8C15-7A4A-5F1FAA0C8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5654B-4E58-8ACD-E3B5-6C27B59D3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E271B-AA3E-4903-8B0F-9F636ADF0A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829F-9CA2-89CA-1030-453CE36FFB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Tenant Plugin Management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A49E0D-6A3A-0B68-972B-44690F746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30243"/>
            <a:ext cx="9144000" cy="1655762"/>
          </a:xfrm>
        </p:spPr>
        <p:txBody>
          <a:bodyPr/>
          <a:lstStyle/>
          <a:p>
            <a:r>
              <a:rPr lang="en-US" dirty="0"/>
              <a:t>Omkar Kulkarni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0570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608DCD-06BA-B6DA-CCEB-42695A74E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9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F5B0B-7495-0279-994E-C1604D2ED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242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6832CA-718F-CA82-341C-62B0F8499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F8267E-F694-2136-8547-FD10FA28E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21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458073-F294-95C8-EFD2-D25C2E73C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56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832C40-C1FB-4A44-953B-FA17C3C90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40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A82EBF-E618-CE03-2F3A-4D91B3466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79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A9D9C8-2FAF-155E-D072-8F4813BCA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42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ED7DAC-D903-3D21-E865-8B3EAA183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30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BCD5C9-220A-E07E-FC5A-C49FFD48A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57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3DDC13-640D-0D7C-5DED-C33127138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304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19EAEF-27D8-938E-B65D-BA8AB49A7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87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F85A10-272D-0255-4982-4DB9082E1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11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3EF55F-8035-63C5-62C7-E9990C475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76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50D124-E3B0-6595-0E70-E64758E88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238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4101F-220F-AEF0-5FFF-98ECB1B89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697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FC7ADB-9594-5B84-D697-6092551CE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503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7E89C-13E0-D9ED-6024-31C2796FE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914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A93887-E064-2199-4A1F-D8232EAC6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05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320759-6ACA-7EE4-E97B-2327F0BA9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41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5FECD-BA08-247C-0C3D-8D71DDF98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72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2856A1-5A15-9FD5-6D3A-CD92CFD96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42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B505B8-5B7E-0A6E-4B2F-D70D7C535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283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4F533F-960F-1DBD-6C0B-7C17970EE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26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801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585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26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159</Words>
  <Application>Microsoft Office PowerPoint</Application>
  <PresentationFormat>Widescreen</PresentationFormat>
  <Paragraphs>44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Tenant Plugin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Kulkarni</dc:creator>
  <cp:lastModifiedBy>Omkar Kulkarni</cp:lastModifiedBy>
  <cp:revision>1</cp:revision>
  <dcterms:created xsi:type="dcterms:W3CDTF">2026-09-24T09:38:43Z</dcterms:created>
  <dcterms:modified xsi:type="dcterms:W3CDTF">2026-09-24T12:31:56Z</dcterms:modified>
</cp:coreProperties>
</file>